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Alexandria Bold" panose="020B0604020202020204" charset="-78"/>
      <p:regular r:id="rId14"/>
    </p:embeddedFon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8325" y="2081430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AIR AWARE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2982" y="4156792"/>
            <a:ext cx="10162036" cy="156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Smart Air Quality Prediction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3509" y="6184327"/>
            <a:ext cx="3668382" cy="355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0"/>
              </a:lnSpc>
            </a:pPr>
            <a:r>
              <a:rPr lang="en-US" sz="33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Members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K. Likitha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S.Sneha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Sahil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Raunit Singh</a:t>
            </a:r>
          </a:p>
          <a:p>
            <a:pPr algn="ctr">
              <a:lnSpc>
                <a:spcPts val="3970"/>
              </a:lnSpc>
            </a:pPr>
            <a:r>
              <a:rPr lang="en-US" sz="2836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Faariha</a:t>
            </a:r>
          </a:p>
          <a:p>
            <a:pPr algn="ctr">
              <a:lnSpc>
                <a:spcPts val="3970"/>
              </a:lnSpc>
              <a:spcBef>
                <a:spcPct val="0"/>
              </a:spcBef>
            </a:pPr>
            <a:endParaRPr lang="en-US" sz="2836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17372" y="1759123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7372" y="3597687"/>
            <a:ext cx="14232671" cy="554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 pollution levels are increasing rapidly.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People are unaware of current AQI and health impacts.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Existing platforms are complex and not user-friendly.</a:t>
            </a:r>
          </a:p>
          <a:p>
            <a:pPr algn="l">
              <a:lnSpc>
                <a:spcPts val="4908"/>
              </a:lnSpc>
            </a:pPr>
            <a:r>
              <a:rPr lang="en-US" sz="3505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PROPOSED SOLUTION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provides a simple, clean web dashboard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Shows real-time AQI values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Uses Machine Learning for AQI prediction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Offers health advice and reports</a:t>
            </a:r>
          </a:p>
          <a:p>
            <a:pPr algn="ctr">
              <a:lnSpc>
                <a:spcPts val="4908"/>
              </a:lnSpc>
              <a:spcBef>
                <a:spcPct val="0"/>
              </a:spcBef>
            </a:pPr>
            <a:endParaRPr lang="en-US" sz="3505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98664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38753" y="3670284"/>
            <a:ext cx="11094696" cy="57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Clean &amp; user-friendly UI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Real-time AQI values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 based AQI prediction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AI-powered Chatbot (Air Quality Assistant)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Health advisory suggestions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Downloadable AQI reports (PDF)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Dark &amp; Light mode toggle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feedback system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Responsive dashboard for all devices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1438" y="2271870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FRONTEND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10861" y="3821502"/>
            <a:ext cx="10596061" cy="51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Technologies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HTML5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CSS3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JavaScript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Google Material Icons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Chart.js (for graphs &amp; visualizations)</a:t>
            </a:r>
          </a:p>
          <a:p>
            <a:pPr marL="311913" lvl="1" algn="l">
              <a:lnSpc>
                <a:spcPts val="4045"/>
              </a:lnSpc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Purpose: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 clean UI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Display AQI cards, charts &amp; dashboard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 user experience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8806" y="1809296"/>
            <a:ext cx="1775038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BACKEND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27908" y="3464404"/>
            <a:ext cx="9835235" cy="57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Technologies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Python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Flask Framework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Responsibilities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Handle API requests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Connect frontend with ML model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Fetch real-time pollution data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Generate AQI predictions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JSON responses to UI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434022" y="954318"/>
            <a:ext cx="18402580" cy="122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8"/>
              </a:lnSpc>
            </a:pPr>
            <a:r>
              <a:rPr lang="en-US" sz="7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DATABASE &amp; MACHINE LEARNING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8660" y="2278932"/>
            <a:ext cx="9577215" cy="70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Database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MySQL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Stores: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login details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Feedback data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AQI records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Linear Regression model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Used for AQI prediction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Trained on historical AQI dataset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Inputs: PM2.5, CO, NO₂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Output: AQI value</a:t>
            </a:r>
          </a:p>
          <a:p>
            <a:pPr algn="l">
              <a:lnSpc>
                <a:spcPts val="4264"/>
              </a:lnSpc>
            </a:pPr>
            <a:endParaRPr lang="en-US" sz="3046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16321" y="1713144"/>
            <a:ext cx="14891026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77345" y="3642754"/>
            <a:ext cx="10276484" cy="521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Workflow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interacts with frontend dashboard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Request sent to Flask backend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fetches real-time pollution data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ML model predicts AQI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sent back as JSON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Charts &amp; AQI cards update dynamically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Reports can be downloaded as PDF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06946" y="0"/>
            <a:ext cx="14962909" cy="9258300"/>
          </a:xfrm>
          <a:custGeom>
            <a:avLst/>
            <a:gdLst/>
            <a:ahLst/>
            <a:cxnLst/>
            <a:rect l="l" t="t" r="r" b="b"/>
            <a:pathLst>
              <a:path w="14962909" h="9258300">
                <a:moveTo>
                  <a:pt x="0" y="0"/>
                </a:moveTo>
                <a:lnTo>
                  <a:pt x="14962909" y="0"/>
                </a:lnTo>
                <a:lnTo>
                  <a:pt x="1496290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2471" y="243465"/>
            <a:ext cx="13243057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TEAM CONTRIBUTIONS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1415" y="2163539"/>
            <a:ext cx="9775995" cy="745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Team Member Contributions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Sahil &amp; Faariha: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Complete backend development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API handling &amp; ML integration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Likitha: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UI design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Dashboard layout &amp; responsiveness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Raunath Singh: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MySQL database queries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Basic ML model preparation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Sneha: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Chatbot integration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Chatbot logic using GPT-4o mini</a:t>
            </a:r>
          </a:p>
          <a:p>
            <a:pPr algn="l">
              <a:lnSpc>
                <a:spcPts val="3924"/>
              </a:lnSpc>
            </a:pPr>
            <a:endParaRPr lang="en-US" sz="2803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24"/>
              </a:lnSpc>
              <a:spcBef>
                <a:spcPct val="0"/>
              </a:spcBef>
            </a:pPr>
            <a:endParaRPr lang="en-US" sz="2803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2471" y="243465"/>
            <a:ext cx="13243057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EXTRA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1415" y="2163539"/>
            <a:ext cx="10378969" cy="527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Session-based login system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Dark / Light theme toggle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Multi-language support (i18n using Flask session)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CSV file import/export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Download: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All AQI data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City-wise AQI data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Chatbot using GPT-4o mini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Fully responsive dashboard UI</a:t>
            </a:r>
          </a:p>
          <a:p>
            <a:pPr algn="l">
              <a:lnSpc>
                <a:spcPts val="4166"/>
              </a:lnSpc>
              <a:spcBef>
                <a:spcPct val="0"/>
              </a:spcBef>
            </a:pPr>
            <a:endParaRPr lang="en-US" sz="2976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256766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43857" y="4097138"/>
            <a:ext cx="11823550" cy="419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6"/>
              </a:lnSpc>
            </a:pPr>
            <a:endParaRPr/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provides a smart and reliable AQI monitoring system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Combines UI, ML, real-time data &amp; AI chatbot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Helps users understand air pollution easily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Improves public awareness and health safety</a:t>
            </a:r>
          </a:p>
          <a:p>
            <a:pPr algn="l">
              <a:lnSpc>
                <a:spcPts val="4746"/>
              </a:lnSpc>
              <a:spcBef>
                <a:spcPct val="0"/>
              </a:spcBef>
            </a:pPr>
            <a:endParaRPr lang="en-US" sz="339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393</Words>
  <Application>Microsoft Office PowerPoint</Application>
  <PresentationFormat>Custom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Garet</vt:lpstr>
      <vt:lpstr>Alexandria Bold</vt:lpstr>
      <vt:lpstr>Garet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cp:lastModifiedBy>sneha reddy</cp:lastModifiedBy>
  <cp:revision>3</cp:revision>
  <dcterms:created xsi:type="dcterms:W3CDTF">2006-08-16T00:00:00Z</dcterms:created>
  <dcterms:modified xsi:type="dcterms:W3CDTF">2025-12-31T15:25:13Z</dcterms:modified>
  <dc:identifier>DAG6ntULTI0</dc:identifier>
</cp:coreProperties>
</file>